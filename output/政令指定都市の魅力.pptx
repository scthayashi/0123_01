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全国政令指定都市の魅力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666666"/>
                </a:solidFill>
              </a:defRPr>
            </a:pPr>
            <a:r>
              <a:t>住みたくなる20都市の完全ガイド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政令指定都市とは？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/>
            </a:pPr>
            <a:r>
              <a:t>政令指定都市は、日本の大都市制度の一つで、人口50万人以上の市が政令で指定されます。</a:t>
            </a:r>
            <a:br/>
            <a:br/>
            <a:r>
              <a:t>【特徴】</a:t>
            </a:r>
            <a:br/>
            <a:r>
              <a:t>• 通常の市より多くの権限を持つ</a:t>
            </a:r>
            <a:br/>
            <a:r>
              <a:t>• 区を設置できる（行政区）</a:t>
            </a:r>
            <a:br/>
            <a:r>
              <a:t>• 都道府県の仕事の一部を実施可能</a:t>
            </a:r>
            <a:br/>
            <a:br/>
            <a:r>
              <a:t>【全国に20市が指定】</a:t>
            </a:r>
            <a:br/>
            <a:r>
              <a:t>北海道・東北：札幌市、仙台市</a:t>
            </a:r>
            <a:br/>
            <a:r>
              <a:t>関東：さいたま市、千葉市、横浜市、川崎市、相模原市</a:t>
            </a:r>
            <a:br/>
            <a:r>
              <a:t>中部：新潟市、静岡市、浜松市、名古屋市</a:t>
            </a:r>
            <a:br/>
            <a:r>
              <a:t>近畿：京都市、大阪市、堺市、神戸市</a:t>
            </a:r>
            <a:br/>
            <a:r>
              <a:t>中国・四国：岡山市、広島市</a:t>
            </a:r>
            <a:br/>
            <a:r>
              <a:t>九州：北九州市、福岡市、熊本市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札幌市 (北海道)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6600"/>
                </a:solidFill>
              </a:defRPr>
            </a:pPr>
            <a:r>
              <a:t>推奨度：★★★★★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400"/>
            </a:pPr>
            <a:r>
              <a:t>【基本情報】</a:t>
            </a:r>
            <a:br/>
            <a:r>
              <a:t>人口：約197万人</a:t>
            </a:r>
            <a:br/>
            <a:r>
              <a:t>生活コスト：中</a:t>
            </a:r>
            <a:br/>
            <a:r>
              <a:t>気候：冬は寒いが、夏は涼しく快適</a:t>
            </a:r>
            <a:br/>
            <a:br/>
            <a:r>
              <a:t>【魅力ポイント】</a:t>
            </a:r>
            <a:br/>
            <a:r>
              <a:t>北海道の中心都市として、自然と都市生活の両方を楽しめる</a:t>
            </a:r>
            <a:br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33"/>
                </a:solidFill>
              </a:defRPr>
            </a:pPr>
            <a:r>
              <a:t>【主な特徴】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豊かな自然と都市機能の調和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新鮮な海の幸・山の幸が豊富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四季がはっきりしており、特に雪まつりが有名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物価が比較的安く、住みやすい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solidFill>
            <a:srgbClr val="6495ED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仙台市 (宮城県)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6600"/>
                </a:solidFill>
              </a:defRPr>
            </a:pPr>
            <a:r>
              <a:t>推奨度：★★★★☆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400"/>
            </a:pPr>
            <a:r>
              <a:t>【基本情報】</a:t>
            </a:r>
            <a:br/>
            <a:r>
              <a:t>人口：約109万人</a:t>
            </a:r>
            <a:br/>
            <a:r>
              <a:t>生活コスト：中</a:t>
            </a:r>
            <a:br/>
            <a:r>
              <a:t>気候：四季がはっきり、比較的温暖</a:t>
            </a:r>
            <a:br/>
            <a:br/>
            <a:r>
              <a:t>【魅力ポイント】</a:t>
            </a:r>
            <a:br/>
            <a:r>
              <a:t>東北の玄関口として、ビジネスと生活の質が高い</a:t>
            </a:r>
            <a:br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33"/>
                </a:solidFill>
              </a:defRPr>
            </a:pPr>
            <a:r>
              <a:t>【主な特徴】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「杜の都」として緑豊かな都市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東北の中心都市で利便性が高い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牛タン、笹かまぼこなど美食の街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程よい都会と自然のバランス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さいたま市 (埼玉県)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6600"/>
                </a:solidFill>
              </a:defRPr>
            </a:pPr>
            <a:r>
              <a:t>推奨度：★★★★☆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400"/>
            </a:pPr>
            <a:r>
              <a:t>【基本情報】</a:t>
            </a:r>
            <a:br/>
            <a:r>
              <a:t>人口：約133万人</a:t>
            </a:r>
            <a:br/>
            <a:r>
              <a:t>生活コスト：やや高</a:t>
            </a:r>
            <a:br/>
            <a:r>
              <a:t>気候：温暖で住みやすい</a:t>
            </a:r>
            <a:br/>
            <a:br/>
            <a:r>
              <a:t>【魅力ポイント】</a:t>
            </a:r>
            <a:br/>
            <a:r>
              <a:t>首都圏で働きながら、落ち着いた生活環境を求める人に最適</a:t>
            </a:r>
            <a:br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33"/>
                </a:solidFill>
              </a:defRPr>
            </a:pPr>
            <a:r>
              <a:t>【主な特徴】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東京都心へのアクセスが抜群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比較的新しい都市で計画的な街づくり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子育て環境が充実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災害リスクが比較的低い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千葉市 (千葉県)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6600"/>
                </a:solidFill>
              </a:defRPr>
            </a:pPr>
            <a:r>
              <a:t>推奨度：★★★★☆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400"/>
            </a:pPr>
            <a:r>
              <a:t>【基本情報】</a:t>
            </a:r>
            <a:br/>
            <a:r>
              <a:t>人口：約98万人</a:t>
            </a:r>
            <a:br/>
            <a:r>
              <a:t>生活コスト：やや高</a:t>
            </a:r>
            <a:br/>
            <a:r>
              <a:t>気候：温暖で過ごしやすい</a:t>
            </a:r>
            <a:br/>
            <a:br/>
            <a:r>
              <a:t>【魅力ポイント】</a:t>
            </a:r>
            <a:br/>
            <a:r>
              <a:t>都会の利便性と海辺のリゾート感を両立</a:t>
            </a:r>
            <a:br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33"/>
                </a:solidFill>
              </a:defRPr>
            </a:pPr>
            <a:r>
              <a:t>【主な特徴】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東京湾に面し、海が近い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幕張メッセなどビジネス・イベント施設充実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東京へのアクセスも良好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マリンスポーツが楽しめる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solidFill>
            <a:srgbClr val="4682B4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横浜市 (神奈川県)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6600"/>
                </a:solidFill>
              </a:defRPr>
            </a:pPr>
            <a:r>
              <a:t>推奨度：★★★★★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400"/>
            </a:pPr>
            <a:r>
              <a:t>【基本情報】</a:t>
            </a:r>
            <a:br/>
            <a:r>
              <a:t>人口：約377万人</a:t>
            </a:r>
            <a:br/>
            <a:r>
              <a:t>生活コスト：高</a:t>
            </a:r>
            <a:br/>
            <a:r>
              <a:t>気候：温暖で過ごしやすい</a:t>
            </a:r>
            <a:br/>
            <a:br/>
            <a:r>
              <a:t>【魅力ポイント】</a:t>
            </a:r>
            <a:br/>
            <a:r>
              <a:t>都会的な魅力と歴史、国際色豊かな環境</a:t>
            </a:r>
            <a:br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33"/>
                </a:solidFill>
              </a:defRPr>
            </a:pPr>
            <a:r>
              <a:t>【主な特徴】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日本最大の人口を持つ市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港町としての国際的な雰囲気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みなとみらい、中華街など観光地多数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文化・商業施設が充実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川崎市 (神奈川県)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6600"/>
                </a:solidFill>
              </a:defRPr>
            </a:pPr>
            <a:r>
              <a:t>推奨度：★★★★☆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400"/>
            </a:pPr>
            <a:r>
              <a:t>【基本情報】</a:t>
            </a:r>
            <a:br/>
            <a:r>
              <a:t>人口：約154万人</a:t>
            </a:r>
            <a:br/>
            <a:r>
              <a:t>生活コスト：高</a:t>
            </a:r>
            <a:br/>
            <a:r>
              <a:t>気候：温暖</a:t>
            </a:r>
            <a:br/>
            <a:br/>
            <a:r>
              <a:t>【魅力ポイント】</a:t>
            </a:r>
            <a:br/>
            <a:r>
              <a:t>都心アクセスと生活利便性の高さ</a:t>
            </a:r>
            <a:br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33"/>
                </a:solidFill>
              </a:defRPr>
            </a:pPr>
            <a:r>
              <a:t>【主な特徴】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東京・横浜の中間に位置し交通至便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工業都市から住宅都市へ発展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多摩川沿いの自然環境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多文化共生の街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相模原市 (神奈川県)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6600"/>
                </a:solidFill>
              </a:defRPr>
            </a:pPr>
            <a:r>
              <a:t>推奨度：★★★☆☆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400"/>
            </a:pPr>
            <a:r>
              <a:t>【基本情報】</a:t>
            </a:r>
            <a:br/>
            <a:r>
              <a:t>人口：約72万人</a:t>
            </a:r>
            <a:br/>
            <a:r>
              <a:t>生活コスト：中</a:t>
            </a:r>
            <a:br/>
            <a:r>
              <a:t>気候：内陸性で寒暖差あり</a:t>
            </a:r>
            <a:br/>
            <a:br/>
            <a:r>
              <a:t>【魅力ポイント】</a:t>
            </a:r>
            <a:br/>
            <a:r>
              <a:t>自然と都市の中間的な環境で子育てに最適</a:t>
            </a:r>
            <a:br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33"/>
                </a:solidFill>
              </a:defRPr>
            </a:pPr>
            <a:r>
              <a:t>【主な特徴】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豊かな自然環境（丹沢山地など）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JAXA宇宙科学研究所がある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都心へのアクセスも可能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比較的広い住宅環境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新潟市 (新潟県)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6600"/>
                </a:solidFill>
              </a:defRPr>
            </a:pPr>
            <a:r>
              <a:t>推奨度：★★★★☆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400"/>
            </a:pPr>
            <a:r>
              <a:t>【基本情報】</a:t>
            </a:r>
            <a:br/>
            <a:r>
              <a:t>人口：約79万人</a:t>
            </a:r>
            <a:br/>
            <a:r>
              <a:t>生活コスト：低〜中</a:t>
            </a:r>
            <a:br/>
            <a:r>
              <a:t>気候：冬は雪が多いが、夏は涼しい</a:t>
            </a:r>
            <a:br/>
            <a:br/>
            <a:r>
              <a:t>【魅力ポイント】</a:t>
            </a:r>
            <a:br/>
            <a:r>
              <a:t>食文化と自然に恵まれた日本海側の中心都市</a:t>
            </a:r>
            <a:br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33"/>
                </a:solidFill>
              </a:defRPr>
            </a:pPr>
            <a:r>
              <a:t>【主な特徴】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日本海側最大の都市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米どころで食べ物が美味しい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日本酒の名産地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信濃川や日本海の自然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solidFill>
            <a:srgbClr val="6495ED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静岡市 (静岡県)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6600"/>
                </a:solidFill>
              </a:defRPr>
            </a:pPr>
            <a:r>
              <a:t>推奨度：★★★★☆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400"/>
            </a:pPr>
            <a:r>
              <a:t>【基本情報】</a:t>
            </a:r>
            <a:br/>
            <a:r>
              <a:t>人口：約69万人</a:t>
            </a:r>
            <a:br/>
            <a:r>
              <a:t>生活コスト：中</a:t>
            </a:r>
            <a:br/>
            <a:r>
              <a:t>気候：温暖で日照時間が長い</a:t>
            </a:r>
            <a:br/>
            <a:br/>
            <a:r>
              <a:t>【魅力ポイント】</a:t>
            </a:r>
            <a:br/>
            <a:r>
              <a:t>自然と気候に恵まれた、住みやすさトップクラス</a:t>
            </a:r>
            <a:br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33"/>
                </a:solidFill>
              </a:defRPr>
            </a:pPr>
            <a:r>
              <a:t>【主な特徴】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富士山の眺望が素晴らしい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温暖な気候で過ごしやすい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お茶の産地として有名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東京・名古屋の中間地点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solidFill>
            <a:srgbClr val="FFA500"/>
          </a:solidFill>
          <a:ln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浜松市 (静岡県)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6600"/>
                </a:solidFill>
              </a:defRPr>
            </a:pPr>
            <a:r>
              <a:t>推奨度：★★★★☆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400"/>
            </a:pPr>
            <a:r>
              <a:t>【基本情報】</a:t>
            </a:r>
            <a:br/>
            <a:r>
              <a:t>人口：約79万人</a:t>
            </a:r>
            <a:br/>
            <a:r>
              <a:t>生活コスト：中</a:t>
            </a:r>
            <a:br/>
            <a:r>
              <a:t>気候：温暖で住みやすい</a:t>
            </a:r>
            <a:br/>
            <a:br/>
            <a:r>
              <a:t>【魅力ポイント】</a:t>
            </a:r>
            <a:br/>
            <a:r>
              <a:t>産業と自然のバランス、イノベーション都市</a:t>
            </a:r>
            <a:br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33"/>
                </a:solidFill>
              </a:defRPr>
            </a:pPr>
            <a:r>
              <a:t>【主な特徴】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ものづくりの街（楽器、オートバイ産業）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浜名湖の自然と温泉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うなぎが名物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起業家精神が旺盛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solidFill>
            <a:srgbClr val="FFA500"/>
          </a:solidFill>
          <a:ln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名古屋市 (愛知県)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6600"/>
                </a:solidFill>
              </a:defRPr>
            </a:pPr>
            <a:r>
              <a:t>推奨度：★★★★★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400"/>
            </a:pPr>
            <a:r>
              <a:t>【基本情報】</a:t>
            </a:r>
            <a:br/>
            <a:r>
              <a:t>人口：約233万人</a:t>
            </a:r>
            <a:br/>
            <a:r>
              <a:t>生活コスト：中〜やや高</a:t>
            </a:r>
            <a:br/>
            <a:r>
              <a:t>気候：夏は暑いが、冬は比較的温暖</a:t>
            </a:r>
            <a:br/>
            <a:br/>
            <a:r>
              <a:t>【魅力ポイント】</a:t>
            </a:r>
            <a:br/>
            <a:r>
              <a:t>経済力と独自の文化、中部の中核都市</a:t>
            </a:r>
            <a:br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33"/>
                </a:solidFill>
              </a:defRPr>
            </a:pPr>
            <a:r>
              <a:t>【主な特徴】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中部地方最大の都市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自動車産業の中心地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名古屋めし（味噌カツ、ひつまぶし等）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交通の要衝で東京・大阪にアクセス良好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solidFill>
            <a:srgbClr val="DC143C"/>
          </a:solidFill>
          <a:ln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京都市 (京都府)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6600"/>
                </a:solidFill>
              </a:defRPr>
            </a:pPr>
            <a:r>
              <a:t>推奨度：★★★★★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400"/>
            </a:pPr>
            <a:r>
              <a:t>【基本情報】</a:t>
            </a:r>
            <a:br/>
            <a:r>
              <a:t>人口：約147万人</a:t>
            </a:r>
            <a:br/>
            <a:r>
              <a:t>生活コスト：中〜やや高</a:t>
            </a:r>
            <a:br/>
            <a:r>
              <a:t>気候：盆地気候で寒暖差あり</a:t>
            </a:r>
            <a:br/>
            <a:br/>
            <a:r>
              <a:t>【魅力ポイント】</a:t>
            </a:r>
            <a:br/>
            <a:r>
              <a:t>歴史と文化に囲まれた唯一無二の環境</a:t>
            </a:r>
            <a:br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33"/>
                </a:solidFill>
              </a:defRPr>
            </a:pPr>
            <a:r>
              <a:t>【主な特徴】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千年の古都、世界遺産多数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伝統文化と学術都市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四季折々の景観美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京料理など食文化も豊か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solidFill>
            <a:srgbClr val="8A2BE2"/>
          </a:solidFill>
          <a:ln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大阪市 (大阪府)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6600"/>
                </a:solidFill>
              </a:defRPr>
            </a:pPr>
            <a:r>
              <a:t>推奨度：★★★★★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400"/>
            </a:pPr>
            <a:r>
              <a:t>【基本情報】</a:t>
            </a:r>
            <a:br/>
            <a:r>
              <a:t>人口：約275万人</a:t>
            </a:r>
            <a:br/>
            <a:r>
              <a:t>生活コスト：中〜やや高</a:t>
            </a:r>
            <a:br/>
            <a:r>
              <a:t>気候：温暖</a:t>
            </a:r>
            <a:br/>
            <a:br/>
            <a:r>
              <a:t>【魅力ポイント】</a:t>
            </a:r>
            <a:br/>
            <a:r>
              <a:t>活気あふれる商都、エンターテイメント豊富</a:t>
            </a:r>
            <a:br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33"/>
                </a:solidFill>
              </a:defRPr>
            </a:pPr>
            <a:r>
              <a:t>【主な特徴】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西日本最大の都市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食い倒れの街、たこ焼き・お好み焼き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商業・ビジネスの中心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人情味ある文化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solidFill>
            <a:srgbClr val="FF4500"/>
          </a:solidFill>
          <a:ln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堺市 (大阪府)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6600"/>
                </a:solidFill>
              </a:defRPr>
            </a:pPr>
            <a:r>
              <a:t>推奨度：★★★☆☆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400"/>
            </a:pPr>
            <a:r>
              <a:t>【基本情報】</a:t>
            </a:r>
            <a:br/>
            <a:r>
              <a:t>人口：約83万人</a:t>
            </a:r>
            <a:br/>
            <a:r>
              <a:t>生活コスト：中</a:t>
            </a:r>
            <a:br/>
            <a:r>
              <a:t>気候：温暖</a:t>
            </a:r>
            <a:br/>
            <a:br/>
            <a:r>
              <a:t>【魅力ポイント】</a:t>
            </a:r>
            <a:br/>
            <a:r>
              <a:t>歴史と伝統産業、大阪近郊の住環境</a:t>
            </a:r>
            <a:br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33"/>
                </a:solidFill>
              </a:defRPr>
            </a:pPr>
            <a:r>
              <a:t>【主な特徴】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古墳群（仁徳天皇陵など）世界遺産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刃物の伝統産業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大阪都心へのアクセス良好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歴史ある自由都市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solidFill>
            <a:srgbClr val="FF4500"/>
          </a:solidFill>
          <a:ln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神戸市 (兵庫県)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6600"/>
                </a:solidFill>
              </a:defRPr>
            </a:pPr>
            <a:r>
              <a:t>推奨度：★★★★★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400"/>
            </a:pPr>
            <a:r>
              <a:t>【基本情報】</a:t>
            </a:r>
            <a:br/>
            <a:r>
              <a:t>人口：約152万人</a:t>
            </a:r>
            <a:br/>
            <a:r>
              <a:t>生活コスト：中〜やや高</a:t>
            </a:r>
            <a:br/>
            <a:r>
              <a:t>気候：温暖で過ごしやすい</a:t>
            </a:r>
            <a:br/>
            <a:br/>
            <a:r>
              <a:t>【魅力ポイント】</a:t>
            </a:r>
            <a:br/>
            <a:r>
              <a:t>国際色豊かで美しい港湾都市</a:t>
            </a:r>
            <a:br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33"/>
                </a:solidFill>
              </a:defRPr>
            </a:pPr>
            <a:r>
              <a:t>【主な特徴】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異国情緒あふれる港町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美しい夜景（六甲山からの眺望）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神戸ビーフ、洋菓子など美食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おしゃれで洗練された街並み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solidFill>
            <a:srgbClr val="7B68EE"/>
          </a:solidFill>
          <a:ln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岡山市 (岡山県)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6600"/>
                </a:solidFill>
              </a:defRPr>
            </a:pPr>
            <a:r>
              <a:t>推奨度：★★★★☆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400"/>
            </a:pPr>
            <a:r>
              <a:t>【基本情報】</a:t>
            </a:r>
            <a:br/>
            <a:r>
              <a:t>人口：約72万人</a:t>
            </a:r>
            <a:br/>
            <a:r>
              <a:t>生活コスト：低〜中</a:t>
            </a:r>
            <a:br/>
            <a:r>
              <a:t>気候：温暖で降水量少ない</a:t>
            </a:r>
            <a:br/>
            <a:br/>
            <a:r>
              <a:t>【魅力ポイント】</a:t>
            </a:r>
            <a:br/>
            <a:r>
              <a:t>気候の良さと住みやすさ、中国地方の交通要衝</a:t>
            </a:r>
            <a:br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33"/>
                </a:solidFill>
              </a:defRPr>
            </a:pPr>
            <a:r>
              <a:t>【主な特徴】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「晴れの国」として日照時間が長い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岡山城、後楽園など歴史遺産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桃、マスカットなど果物の産地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災害が少なく住みやすい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solidFill>
            <a:srgbClr val="FFD700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広島市 (広島県)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6600"/>
                </a:solidFill>
              </a:defRPr>
            </a:pPr>
            <a:r>
              <a:t>推奨度：★★★★★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400"/>
            </a:pPr>
            <a:r>
              <a:t>【基本情報】</a:t>
            </a:r>
            <a:br/>
            <a:r>
              <a:t>人口：約120万人</a:t>
            </a:r>
            <a:br/>
            <a:r>
              <a:t>生活コスト：中</a:t>
            </a:r>
            <a:br/>
            <a:r>
              <a:t>気候：温暖で過ごしやすい</a:t>
            </a:r>
            <a:br/>
            <a:br/>
            <a:r>
              <a:t>【魅力ポイント】</a:t>
            </a:r>
            <a:br/>
            <a:r>
              <a:t>平和の象徴、文化と自然の調和</a:t>
            </a:r>
            <a:br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33"/>
                </a:solidFill>
              </a:defRPr>
            </a:pPr>
            <a:r>
              <a:t>【主な特徴】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平和記念都市として国際的に著名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牡蠣、お好み焼きなど美食の街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宮島（厳島神社）が近い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中国・四国地方の中心都市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solidFill>
            <a:srgbClr val="DC143C"/>
          </a:solidFill>
          <a:ln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北九州市 (福岡県)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6600"/>
                </a:solidFill>
              </a:defRPr>
            </a:pPr>
            <a:r>
              <a:t>推奨度：★★★☆☆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400"/>
            </a:pPr>
            <a:r>
              <a:t>【基本情報】</a:t>
            </a:r>
            <a:br/>
            <a:r>
              <a:t>人口：約94万人</a:t>
            </a:r>
            <a:br/>
            <a:r>
              <a:t>生活コスト：低</a:t>
            </a:r>
            <a:br/>
            <a:r>
              <a:t>気候：温暖</a:t>
            </a:r>
            <a:br/>
            <a:br/>
            <a:r>
              <a:t>【魅力ポイント】</a:t>
            </a:r>
            <a:br/>
            <a:r>
              <a:t>コンパクトシティ、生活コストの安さ</a:t>
            </a:r>
            <a:br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33"/>
                </a:solidFill>
              </a:defRPr>
            </a:pPr>
            <a:r>
              <a:t>【主な特徴】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本州と九州を結ぶ玄関口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工業都市から環境都市へ転換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関門海峡の景観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物価が安く住みやすい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solidFill>
            <a:srgbClr val="FF6347"/>
          </a:solidFill>
          <a:ln>
            <a:solidFill>
              <a:srgbClr val="FF6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福岡市 (福岡県)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6600"/>
                </a:solidFill>
              </a:defRPr>
            </a:pPr>
            <a:r>
              <a:t>推奨度：★★★★★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400"/>
            </a:pPr>
            <a:r>
              <a:t>【基本情報】</a:t>
            </a:r>
            <a:br/>
            <a:r>
              <a:t>人口：約163万人</a:t>
            </a:r>
            <a:br/>
            <a:r>
              <a:t>生活コスト：中</a:t>
            </a:r>
            <a:br/>
            <a:r>
              <a:t>気候：温暖</a:t>
            </a:r>
            <a:br/>
            <a:br/>
            <a:r>
              <a:t>【魅力ポイント】</a:t>
            </a:r>
            <a:br/>
            <a:r>
              <a:t>活気と成長性、アジアに開かれた都市</a:t>
            </a:r>
            <a:br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33"/>
                </a:solidFill>
              </a:defRPr>
            </a:pPr>
            <a:r>
              <a:t>【主な特徴】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九州最大の都市、アジアの玄関口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博多ラーメン、明太子など美食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コンパクトで暮らしやすい街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スタートアップ都市として注目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solidFill>
            <a:srgbClr val="FF6347"/>
          </a:solidFill>
          <a:ln>
            <a:solidFill>
              <a:srgbClr val="FF6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熊本市 (熊本県)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6600"/>
                </a:solidFill>
              </a:defRPr>
            </a:pPr>
            <a:r>
              <a:t>推奨度：★★★★☆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400"/>
            </a:pPr>
            <a:r>
              <a:t>【基本情報】</a:t>
            </a:r>
            <a:br/>
            <a:r>
              <a:t>人口：約74万人</a:t>
            </a:r>
            <a:br/>
            <a:r>
              <a:t>生活コスト：低〜中</a:t>
            </a:r>
            <a:br/>
            <a:r>
              <a:t>気候：温暖</a:t>
            </a:r>
            <a:br/>
            <a:br/>
            <a:r>
              <a:t>【魅力ポイント】</a:t>
            </a:r>
            <a:br/>
            <a:r>
              <a:t>自然と歴史、水の都としての魅力</a:t>
            </a:r>
            <a:br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33"/>
                </a:solidFill>
              </a:defRPr>
            </a:pPr>
            <a:r>
              <a:t>【主な特徴】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熊本城などの歴史遺産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阿蘇山の雄大な自然が近い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地下水が豊富で水が美味しい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/>
            </a:pPr>
            <a:r>
              <a:t>• 馬刺し、辛子蓮根など独自の食文化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solidFill>
            <a:srgbClr val="FF4500"/>
          </a:solidFill>
          <a:ln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推奨度別一覧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600"/>
            </a:pPr>
            <a:r>
              <a:t>【★★★★★ 最高評価】</a:t>
            </a:r>
            <a:br/>
            <a:r>
              <a:t>札幌市, 横浜市, 名古屋市, 京都市, 大阪市, 神戸市, 広島市, 福岡市</a:t>
            </a:r>
            <a:br/>
            <a:br/>
            <a:r>
              <a:t>【★★★★☆ 高評価】</a:t>
            </a:r>
            <a:br/>
            <a:r>
              <a:t>仙台市, さいたま市, 千葉市, 川崎市, 新潟市, 静岡市, 浜松市, 岡山市, 熊本市</a:t>
            </a:r>
            <a:br/>
            <a:br/>
            <a:r>
              <a:t>【★★★☆☆ 標準評価】</a:t>
            </a:r>
            <a:br/>
            <a:r>
              <a:t>相模原市, 堺市, 北九州市</a:t>
            </a:r>
            <a:br/>
            <a:br/>
            <a:r>
              <a:t>※推奨度は、都市の規模、利便性、文化、自然環境、</a:t>
            </a:r>
            <a:br/>
            <a:r>
              <a:t>　経済力などを総合的に評価したものです。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あなたに合った都市を見つけよう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500"/>
            </a:pPr>
            <a:r>
              <a:t>【選び方のポイント】</a:t>
            </a:r>
            <a:br/>
            <a:br/>
            <a:r>
              <a:t>1. 仕事・キャリア重視 → 大都市圏（横浜、大阪、名古屋、福岡など）</a:t>
            </a:r>
            <a:br/>
            <a:br/>
            <a:r>
              <a:t>2. 自然環境重視 → 札幌、新潟、静岡、熊本など</a:t>
            </a:r>
            <a:br/>
            <a:br/>
            <a:r>
              <a:t>3. 歴史・文化重視 → 京都、広島、金沢（※政令市ではない）</a:t>
            </a:r>
            <a:br/>
            <a:br/>
            <a:r>
              <a:t>4. コストパフォーマンス → 岡山、北九州、新潟など</a:t>
            </a:r>
            <a:br/>
            <a:br/>
            <a:r>
              <a:t>5. バランス型 → 仙台、さいたま、神戸など</a:t>
            </a:r>
            <a:br/>
            <a:br/>
            <a:br/>
            <a:r>
              <a:t>日本の政令指定都市は、それぞれ独自の魅力を持っています。</a:t>
            </a:r>
            <a:br/>
            <a:r>
              <a:t>あなたのライフスタイルや価値観に合った都市を見つけて、</a:t>
            </a:r>
            <a:br/>
            <a:r>
              <a:t>新しい生活をスタートさせてみませんか？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